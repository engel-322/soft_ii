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tiempo en 4G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BITEL</c:v>
                </c:pt>
                <c:pt idx="1">
                  <c:v>CLARO</c:v>
                </c:pt>
                <c:pt idx="2">
                  <c:v>ENTEL</c:v>
                </c:pt>
                <c:pt idx="3">
                  <c:v>MOVISTAR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95.4</c:v>
                </c:pt>
                <c:pt idx="1">
                  <c:v>88.9</c:v>
                </c:pt>
                <c:pt idx="2">
                  <c:v>55.1</c:v>
                </c:pt>
                <c:pt idx="3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F-4C02-89FD-B0271F1C13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tiempo en 3G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BITEL</c:v>
                </c:pt>
                <c:pt idx="1">
                  <c:v>CLARO</c:v>
                </c:pt>
                <c:pt idx="2">
                  <c:v>ENTEL</c:v>
                </c:pt>
                <c:pt idx="3">
                  <c:v>MOVISTAR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2.2000000000000002</c:v>
                </c:pt>
                <c:pt idx="1">
                  <c:v>8.5</c:v>
                </c:pt>
                <c:pt idx="2">
                  <c:v>33.299999999999997</c:v>
                </c:pt>
                <c:pt idx="3">
                  <c:v>29.6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2F-4C02-89FD-B0271F1C13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s-PE" sz="1100" b="0" i="0" u="none" strike="noStrike">
                    <a:solidFill>
                      <a:srgbClr val="6B7280"/>
                    </a:solidFill>
                    <a:latin typeface="Arial"/>
                  </a:rPr>
                  <a:t>% del tiempo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97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BRECHA DE CONECTIVIDAD Y ACOPIO DE LECHE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Distrito de Huata, Puno — Impacto de la señal móvil en la recolección lechera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532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académico  ·  Análisis de requerimientos y evidencia de campo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6751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Las zonas de acopio de leche de Huata están dispersas en centros poblados rurales, alejados de la planta.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Los operadores móviles (Bitel, Claro, Entel, Movistar) no ofrecen cobertura homogénea en el distrito: parte del tiempo la señal cae a redes 3G o desaparece.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Sin señal, los recolectores y las asociaciones no pueden coordinar en tiempo real horarios, volúmenes ni incidencias del recojo.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Consecuencia: demoras, leche que se queda sin recoger o pierde calidad, y decisiones logísticas basadas en información desactualizada.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1600200"/>
            <a:ext cx="3749040" cy="44805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este análisis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22860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Ficha de registro de acopio de leche — Planta Huata (litros y quesos por zona)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Estadísticas de calidad de red por operador — distrito de Huata, Puno (OSIPTEL / Punku)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móvil en Huata, por operador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del tiempo que los usuarios estuvieron conectados a cada tecnología (2026-I)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087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08760"/>
            <a:ext cx="3337560" cy="44805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para el análisis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834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</a:rPr>
              <a:t>Bitel y Claro mantienen la señal en 4G la mayor parte del tiempo.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</a:rPr>
              <a:t>Entel y Movistar caen a 3G cerca de un tercio del tiempo: mayor riesgo de zonas sin datos móviles estables.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4A3E"/>
                </a:solidFill>
              </a:rPr>
              <a:t>Este dato es a nivel distrital. Para cada zona de acopio se recomienda verificar el punto exacto en Checa tu Señal (OSIPTEL).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Zonas de acopio de leche — Planta Huata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 de las 9 zonas. En PowerPoint, convierte esta cuadrícula en un Zoom de resumen (ver instrucciones).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7276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QUILLALLAKA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432.0 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45059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7276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BARBARA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96596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465.0 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3712" y="245059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57276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COLLANA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02752" y="196596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501.0 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752" y="245059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31012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COLLANA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70332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549.5 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" y="418795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320040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31012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 VIEJO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53712" y="370332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321.5 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53712" y="418795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320040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31012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YASIN UCHUY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02752" y="370332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552.5 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02752" y="418795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504748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FAON Y YASIN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544068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1387.5 L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4672" y="592531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49377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504748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 PAMPA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53712" y="544068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568.5 L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53712" y="592531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49377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5047488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02752" y="5440680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39.0 L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302752" y="592531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registrado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Quillallaka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1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409.00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432.00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+23.0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 Barbara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2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520.50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465.00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-55.5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Collana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3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501.00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501.00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 Collana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4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569.60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549.50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-20.1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Moro Viejo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5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344.50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321.50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-23.0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Yasin Uchuy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6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543.00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552.50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+9.5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Faon y Yasin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7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1427.50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1387.50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-40.0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Pancha Pampa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8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547.00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568.50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+21.5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9 de 9  ·  Planta Huata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(día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39.00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019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 L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BEEE0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señal (completar)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Verificar en Checa tu Señal — OSIPTEL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observado en la logística de recojo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Describe aquí: cómo se coordina el recojo en esta zona, qué ocurre cuando no hay señal (retrasos, leche no recogida, uso de intermediarios, radios/mensajeros), y cuánto tiempo o volumen se pierde. 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propuesta de mejora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[ Completar con el cruce final: zonas con menor cobertura vs. zonas con mayor variación de litros acopiados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[ Ej: Faon y Yasin concentra el mayor volumen — ¿tiene señal confiable para reportar incidencias?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mejora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[ Ej: puntos de encuentro fijos en zonas altas con señal, radios comunitarias, horarios fijos sin depender de llamada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[ Ej: gestionar ante el operador con mejor cobertura (Bitel/Claro) la instalación de un repetidor rural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los textos entre [ corchetes ] con tus datos y conclusiones antes de exponer.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1285</Words>
  <Application>Microsoft Office PowerPoint</Application>
  <PresentationFormat>Panorámica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Huahuaccapa Ccama</cp:lastModifiedBy>
  <cp:revision>1</cp:revision>
  <dcterms:created xsi:type="dcterms:W3CDTF">2026-08-18T05:13:35Z</dcterms:created>
  <dcterms:modified xsi:type="dcterms:W3CDTF">2026-08-20T14:32:30Z</dcterms:modified>
</cp:coreProperties>
</file>